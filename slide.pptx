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當 $x$ 很大時，直接用 `x % pi` 會導致精確度喪失。我們採用 **Cody-Waite** 策略：
- **多段 $\pi$ 常數**：將 $\pi/4$ 分解為高精度、低誤差的三個部分（DP1, DP2, DP3）。
- **公式**：
$x_{reduced} = ((x - y \cdot DP1) - y \cdot DP2) - y \cdot DP3$
- **效益**：確保在 $x &lt; 8192$ 時仍能維持單精度浮點數的極限精度。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基於 ARM NEON 的高效能平行化 Sine/Cosine 演算法優化</dc:title>
  <dc:subject>PptxGenJS Presentation</dc:subject>
  <dc:creator>Created by Marp</dc:creator>
  <cp:lastModifiedBy>Created by Marp</cp:lastModifiedBy>
  <cp:revision>1</cp:revision>
  <dcterms:created xsi:type="dcterms:W3CDTF">2026-04-24T14:17:26Z</dcterms:created>
  <dcterms:modified xsi:type="dcterms:W3CDTF">2026-04-24T14:17:26Z</dcterms:modified>
</cp:coreProperties>
</file>
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NEON 加速比 vs Scalar (×)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NEON 加速比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sincos</c:v>
                  </c:pt>
                  <c:pt idx="1">
                    <c:v>tan</c:v>
                  </c:pt>
                  <c:pt idx="2">
                    <c:v>asin</c:v>
                  </c:pt>
                  <c:pt idx="3">
                    <c:v>acos</c:v>
                  </c:pt>
                  <c:pt idx="4">
                    <c:v>atan2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3.05</c:v>
                </c:pt>
                <c:pt idx="1">
                  <c:v>2.96</c:v>
                </c:pt>
                <c:pt idx="2">
                  <c:v>3.03</c:v>
                </c:pt>
                <c:pt idx="3">
                  <c:v>3.03</c:v>
                </c:pt>
                <c:pt idx="4">
                  <c:v>4.05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吞吐量 (Mops/s)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Scalar 吞吐量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sincos</c:v>
                  </c:pt>
                  <c:pt idx="1">
                    <c:v>tan</c:v>
                  </c:pt>
                  <c:pt idx="2">
                    <c:v>asin</c:v>
                  </c:pt>
                  <c:pt idx="3">
                    <c:v>acos</c:v>
                  </c:pt>
                  <c:pt idx="4">
                    <c:v>atan2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554</c:v>
                </c:pt>
                <c:pt idx="1">
                  <c:v>540</c:v>
                </c:pt>
                <c:pt idx="2">
                  <c:v>520</c:v>
                </c:pt>
                <c:pt idx="3">
                  <c:v>520</c:v>
                </c:pt>
                <c:pt idx="4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NEON 吞吐量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sincos</c:v>
                  </c:pt>
                  <c:pt idx="1">
                    <c:v>tan</c:v>
                  </c:pt>
                  <c:pt idx="2">
                    <c:v>asin</c:v>
                  </c:pt>
                  <c:pt idx="3">
                    <c:v>acos</c:v>
                  </c:pt>
                  <c:pt idx="4">
                    <c:v>atan2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1690</c:v>
                </c:pt>
                <c:pt idx="1">
                  <c:v>1598</c:v>
                </c:pt>
                <c:pt idx="2">
                  <c:v>1577</c:v>
                </c:pt>
                <c:pt idx="3">
                  <c:v>1577</c:v>
                </c:pt>
                <c:pt idx="4">
                  <c:v>1944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10058400" cy="201168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91525">
              <a:alpha val="40000"/>
            </a:srgbClr>
          </a:solidFill>
          <a:ln w="12700">
            <a:solidFill>
              <a:srgbClr val="09152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3736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sincos_acc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NEON SIMD 三角函數向量化加速庫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開發者技術深入解析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3749040"/>
            <a:ext cx="1051560" cy="822960"/>
          </a:xfrm>
          <a:prstGeom prst="rect">
            <a:avLst/>
          </a:prstGeom>
          <a:solidFill>
            <a:srgbClr val="1620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37673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4.05×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0" y="4169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最高加速比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12280" y="3749040"/>
            <a:ext cx="1051560" cy="822960"/>
          </a:xfrm>
          <a:prstGeom prst="rect">
            <a:avLst/>
          </a:prstGeom>
          <a:solidFill>
            <a:srgbClr val="1620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7673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&lt;1e-4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4169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最大誤差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5280" y="3749040"/>
            <a:ext cx="1051560" cy="822960"/>
          </a:xfrm>
          <a:prstGeom prst="rect">
            <a:avLst/>
          </a:prstGeom>
          <a:solidFill>
            <a:srgbClr val="1620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7673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Funcs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55280" y="4169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向量化函數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議程 /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206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22960"/>
            <a:ext cx="47548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22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795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專案概覽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161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目標、架構與應用場景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206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031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40280"/>
            <a:ext cx="47548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2212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SIMD 基礎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2578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NEON 128-bit 向量暫存器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4206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2044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57600"/>
            <a:ext cx="47548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" y="3630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sincos 演算法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9959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Reduction + Minimax 多項式 + Branch-less 設計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685800"/>
            <a:ext cx="4206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68580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822960"/>
            <a:ext cx="47548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822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795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atan2 演算法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1161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全象限座標處理與多項式逼近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103120"/>
            <a:ext cx="4206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1031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2240280"/>
            <a:ext cx="47548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2212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asin/acos/tan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2578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多項式與 2-for-1 優化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520440"/>
            <a:ext cx="4206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2044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657600"/>
            <a:ext cx="47548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04688" y="3630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實驗結果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04688" y="39959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精度分析、效能 Benchmark、加速比圖表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專案概覽 — sincos_acc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&amp; Why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784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sincos_acc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是一個針對 ARM 嵌入式處理器的高效能三角函數 C 函式庫，利用 ARM NEON SIMD 指令集對 sin、cos、tan、asin、acos、atan2 進行向量化加速。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適用場景：即時訊號處理 (DSP)、機器人逆運動學、電腦視覺旋轉矩陣、嵌入式感測器融合。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487168"/>
            <a:ext cx="5029200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2578608"/>
            <a:ext cx="4809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公開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sincos_acc_grid(const float* in,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float* sin_out, float* cos_out, int 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tan_acc_grid   (const float* in, float* out, int 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asin_acc_grid  (const float* in, float* out, int 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acos_acc_grid  (const float* in, float* out, int 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atan2_acc_grid (const float* y,  const float* x,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float* out, int n);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640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架構層次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338328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API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sincos_neon.h / sincos_neon.c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86600" y="1920240"/>
            <a:ext cx="18288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121408"/>
            <a:ext cx="33832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212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SIMD Math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extern/neon_mathfun.h  (544 lines)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3035808"/>
            <a:ext cx="18288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236976"/>
            <a:ext cx="3383280" cy="9144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284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 NEON Intrinsics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694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&lt;arm_neon.h&gt;  —  AArch32 / AArch64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736592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66,820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測試格點數 (260×257)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4736592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±2π 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輸入範圍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736592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 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迭代次數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 NEON SIMD — 向量化基礎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128-bit 向量暫存器 = 4 × float32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57400" cy="640080"/>
          </a:xfrm>
          <a:prstGeom prst="rect">
            <a:avLst/>
          </a:prstGeom>
          <a:solidFill>
            <a:srgbClr val="0891B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f[0]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-1.234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57400" cy="640080"/>
          </a:xfrm>
          <a:prstGeom prst="rect">
            <a:avLst/>
          </a:prstGeom>
          <a:solidFill>
            <a:srgbClr val="0891B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2057400" cy="640080"/>
          </a:xfrm>
          <a:prstGeom prst="rect">
            <a:avLst/>
          </a:prstGeom>
          <a:solidFill>
            <a:srgbClr val="0891B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005840"/>
            <a:ext cx="2057400" cy="640080"/>
          </a:xfrm>
          <a:prstGeom prst="rect">
            <a:avLst/>
          </a:prstGeom>
          <a:solidFill>
            <a:srgbClr val="0891B2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f[3]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298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-0.866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731520"/>
            <a:ext cx="859536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7315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 (q-register, 128-bit)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737360"/>
            <a:ext cx="8229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純量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03120"/>
            <a:ext cx="64008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Scalar 純量迴圈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468880"/>
            <a:ext cx="37490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" y="2560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out[i] = sinf(in[i]);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每次處理 1 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103120"/>
            <a:ext cx="6400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NEON 向量迴圈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468880"/>
            <a:ext cx="37490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01768" y="2560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i&lt;N; i+=4)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float32x4_t v = vld1q_f32(&amp;in[i]);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= sincos_ps(v);  // 同時處理 4 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vst1q_f32(&amp;out[i], v);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0050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理論峰值：4× 加速（4 float/cycle）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3434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Branch-less 設計消除流水線停頓，實測 3.05×–4.05×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尾端不足 4 個元素由 scalar fallback (sinf/cosf) 處理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sincos_ps 演算法 (1/3) — Cody-Waite Range Reduction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問題：大角度輸入導致精度崩潰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取模：catastrophic cancellation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x 很大時，x - round(x/π)×π 會產生大量相減消去 (cancellation)，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導致有效位數大幅損失，使得 sin(8000) 誤差高達 ~1e-2。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Cody-Waite 解法：三段式 π/4 分解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53312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π/4 分解為三個浮點常數，逐步消去整數倍，保留高精度小數部分。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 x &lt; 8192 時，精度維持 ~1e-8 級別。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三段式常數定義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5029200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542032"/>
            <a:ext cx="4809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π/4 三段式精確分解 (Cody-Waite)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DP1  -0.78515625f          // 高位（精確 binary fraction）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DP2  -2.4187564849853516e-4f // 中位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DP3  -3.7748949774459411e-8f // 低位（補償剩餘誤差）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Range reduction: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y = round(x * (4/π));   // N = 象限數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x_r = 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 = x_r + y * DP1;          // Step 1: 消去大項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 = x_r + y * DP2;          // Step 2: 消去中項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 = x_r + y * DP3;          // Step 3: 消去殘差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精度比較（x = 8000）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450592"/>
            <a:ext cx="15087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450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方法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95160" y="2450592"/>
            <a:ext cx="96012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450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最大誤差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55280" y="2450592"/>
            <a:ext cx="8229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245059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通過?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0" y="2862072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862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 取模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95160" y="286207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862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~1e-2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55280" y="2862072"/>
            <a:ext cx="82296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86207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0" y="3273552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2735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1-segment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95160" y="327355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2735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~1e-4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55280" y="3273552"/>
            <a:ext cx="822960" cy="411480"/>
          </a:xfrm>
          <a:prstGeom prst="rect">
            <a:avLst/>
          </a:prstGeom>
          <a:solidFill>
            <a:srgbClr val="FEF9C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327355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62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0" y="3685032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6850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Cody-Waite 3-seg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95160" y="368503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3685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~1e-8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55280" y="3685032"/>
            <a:ext cx="82296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368503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NEON 向量化：y = vcvtq_u32_f32(vmulq_f32(x, vdupq_n_f32(4/π)))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sincos_ps 演算法 (2/3) — Minimax 多項式逼近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區間 [0, π/4] 上的均勻最優逼近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Taylor 展開的問題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展開在展開點附近誤差最小，但偏離展開點誤差會指數增長。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[0, π/4] 區間端點的誤差遠大於中間，整體誤差不均勻。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(Remez Algorithm)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5331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Remez 演算法求解最優係數，使得多項式逼近誤差在整個區間均勻分布。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相同次數下，整體最大誤差最小。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011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階 Minimax 係數 (Horner's Method 求值)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029200" cy="242316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423160"/>
            <a:ext cx="4809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Cosine polynomial coefficients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coscof_p0  2.443315711809948E-005f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coscof_p1 -1.388731625493765E-003f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coscof_p2  4.166664568298827E-002f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Horner 求值: y1 = ((p0*z + p1)*z + p2)*z*z - 0.5*z + 1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z = vmulq_f32(x_r, x_r);  // z = x²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y1 = vdupq_n_f32(coscof_p0);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VFMAQ_F32(vdupq_n_f32(coscof_p1), y1, z);  // FMA: a + b*c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VFMAQ_F32(vdupq_n_f32(coscof_p2), y1, z);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vmulq_f32(y1, z);   y1 = vmulq_f32(y1, z);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vsubq_f32(y1, vmulq_f32(vdupq_n_f32(0.5f), z));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vaddq_f32(y1, vdupq_n_f32(1.0f));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60520" cy="242316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2423160"/>
            <a:ext cx="39410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Sine polynomial coefficients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sincof_p0 -1.9515295891E-4f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sincof_p1  8.3321608736E-3f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sincof_p2 -1.6666654611E-1f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Horner 求值: y2 = ((p0*z + p1)*z + p2)*z*x + 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y2 = vdupq_n_f32(sincof_p0);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VFMAQ_F32(vdupq_n_f32(sincof_p1), y2, z);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VFMAQ_F32(vdupq_n_f32(sincof_p2), y2, z);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vmulq_f32(y2, z);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VFMAQ_F32(x_r, y2, x_r);  // y2 = y2*x_r + x_r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VFMAQ_F32 (Fused Multiply-Add)：單指令完成 a + b×c，減少捨入誤差並降低指令數量；AArch64 使用硬體 FMA，AArch32 降回 VMLA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sincos_ps 演算法 (3/3) — Branch-less 象限選擇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以位元遮罩取代條件分支，消除流水線停頓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Scalar 版（有 Branch）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389888"/>
            <a:ext cx="3895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Branch misprediction overhead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(quadrant &amp; 1)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cosine_poly(x);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sine_poly(x);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(quadrant &amp; 2) result = -result;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(sign &lt; 0)     result = -result;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NEON 版（Branch-less）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11480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389888"/>
            <a:ext cx="3895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Mask-based selection — no branches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Compute BOTH sin &amp; cos polynomials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y1 = cosine_poly(x_r);  // cos 結果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y2 = sine_poly(x_r);    // sin 結果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poly_mask: 1 =&gt; swap sin/cos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uint32x4_t poly_mask = vtstq_u32(emm2, vdup(2));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vbslq_f32: 位元選擇，不跳躍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vbslq_f32(poly_mask, y2, y1);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vbslq_f32(poly_mask, prev_y1, y2);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符號修正（XOR 翻轉 sign bit）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veorq_f32(y1, sign_mask_sin);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veorq_f32(y2, sign_mask_cos);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2186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象限判斷流程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47872"/>
            <a:ext cx="1664208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566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 x×(4/π)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vcvtq_u32_f32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38528" y="3803904"/>
            <a:ext cx="9144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9968" y="3547872"/>
            <a:ext cx="1664208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29968" y="3566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→ 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9968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~1 (偶數化)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94176" y="3803904"/>
            <a:ext cx="9144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85616" y="3547872"/>
            <a:ext cx="1664208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85616" y="3566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1 → poly?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85616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vtstq_u32(N,2)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9824" y="3803904"/>
            <a:ext cx="9144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1264" y="3547872"/>
            <a:ext cx="1664208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41264" y="3566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2 → sign?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41264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vtstq_u32(N,4)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05472" y="3803904"/>
            <a:ext cx="9144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3547872"/>
            <a:ext cx="1664208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96912" y="35661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vbslq選擇結果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96912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/ cos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同時計算 sin 和 cos polynomial，以 vbslq_f32 做 branch-free 選擇，CPU 流水線不中斷 → 效能穩定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veorq_u32 XOR 翻轉最高位 sign bit 實現取負，等同 fneg 指令但可並行操作 4 元素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atan2_ps 演算法 — 全象限座標處理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47548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766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角度折疊 (Angle Folding)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04241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|y| &gt; |x|，交換 x/y 計算 atan(x/y)，縮減多項式計算範圍至 [0, 1]，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後續補償 π/2。使用 vbslq_f32 無分支交換。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0" y="640080"/>
            <a:ext cx="39319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38928" y="731520"/>
            <a:ext cx="3712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uint32x4_t swap = vcgtq_f32(abs_y, abs_x);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z = div_ps(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vbslq_f32(swap, abs_x, abs_y),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vbslq_f32(swap, abs_y, abs_x)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// z = min/max ∈ [0,1]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2103120"/>
            <a:ext cx="47548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1396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階 Minimax 多項式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50545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[0, 1] 上逼近 atan(z)，係數由 Remez 演算法最優化。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 &lt; 1.15e-5 rad。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2103120"/>
            <a:ext cx="39319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38928" y="2194560"/>
            <a:ext cx="3712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atan(z) ≈ z*(p0 + z²*(p1+z²*(p2+z²*(p3+z²*p4))))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float p[] = {0.9998660f, -0.3302995f,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0.1801410f, -0.0851330f, 0.0208351f};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angle = /* Horner 展開 */;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47548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36027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象限補償 (Quadrant Correction)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96849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 x 和 y 的正負號，用 vbslq_f32 / vnegq_f32 做無分支象限修正。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3566160"/>
            <a:ext cx="39319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38928" y="3657600"/>
            <a:ext cx="3712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= vbslq_f32(swap,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vsubq_f32(pi_2, angle), angle);  // 交換補償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= vbslq_f32(x_neg,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vsubq_f32(pi, angle), angle);    // x&lt;0: π補償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= vbslq_f32(y_neg,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vnegq_f32(angle), angle);        // y&lt;0: 取負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4773168"/>
            <a:ext cx="8686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 實測加速比：4.05×（scalar 分支多 → NEON branch-free 優勢最大）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asin_ps / acos_ps / tan_ps — 剩餘函數加速策略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asin &amp; acos — LUT 多項式逼近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5029200" cy="2606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060704"/>
            <a:ext cx="48097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 項 LUT 係數（Remez 最優化）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float asinf_lut[7]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1.5707961728f,   // π/2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-0.2145852647f,  // p1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0.0887556286f,  // p2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-0.0488025043f,  // p3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0.0268999482f,  // p4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-0.0111462294f,  // p5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0.0022959648f   // p6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步驟: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提取符號、取絕對值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飽和截斷至 [0, 0.9999999]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y = sqrt(1 - x²)  → vsqrtq_f32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poly(x) 求值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acos = π/2 - result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6. asin: 恢復符號 veorq_u32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658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 — 2-for-1 優化策略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969264"/>
            <a:ext cx="347472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04688" y="1060704"/>
            <a:ext cx="3255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tan(x) = sin(x) / cos(x)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sincos_ps 已同時計算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和 cos，只需一次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向量除法：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float32x4_t ytan = div_ps(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ysin,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ycos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AArch64: vdivq_f32 (硬體除法)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AArch32: reciprocal + NR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3054096"/>
            <a:ext cx="3474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3054096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幾乎零額外開銷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3401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完全共用 sincos_ps 的 Range Reduction + Polynomial 計算，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只增加一次 vdivq_f32 向量除法。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測得加速比：2.96×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078224"/>
            <a:ext cx="109728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7822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函數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4078224"/>
            <a:ext cx="219456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0782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精度技術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4078224"/>
            <a:ext cx="256032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407822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關鍵 NEON 指令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4078224"/>
            <a:ext cx="1051560" cy="24688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07822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Error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325112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32511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4325112"/>
            <a:ext cx="2194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32511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7-coeff poly + sqrt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25112"/>
            <a:ext cx="25603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32511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vsqrtq_f32, veorq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4325112"/>
            <a:ext cx="1051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3251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4.88e-4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109728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57200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0" y="4572000"/>
            <a:ext cx="219456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45720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= π/2 - asin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66160" y="4572000"/>
            <a:ext cx="256032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45720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vsubq_f32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572000"/>
            <a:ext cx="105156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5720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4.88e-4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18888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81888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71600" y="4818888"/>
            <a:ext cx="2194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17320" y="481888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sincos_ps / 除法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66160" y="4818888"/>
            <a:ext cx="25603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11880" y="481888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vdivq_f32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4818888"/>
            <a:ext cx="1051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48188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4.47e-4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 ARM NEON Intrinsics 速查表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3434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記憶體 Load / Store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78408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7840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vld1q_f32(ptr)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21992" y="9784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從記憶體載入 4 floats 到向量暫存器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316736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31673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vst1q_f32(ptr, v)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21992" y="131673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將向量暫存器存回記憶體 4 floats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728216"/>
            <a:ext cx="434340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2821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算術運算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020824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02082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vfmaq_f32(a,b,c)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21992" y="20208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Multiply-Add: a + b×c (AArch64 硬體)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359152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235915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vfmsq_f32(a,b,c)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21992" y="23591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Multiply-Sub: a - b×c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697480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69748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vmulq_f32(a,b)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21992" y="269748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向量乘法: a × 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035808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303580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vdivq_f32(a,b)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21992" y="30358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向量除法 (AArch64 only)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3374136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337413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vsqrtq_f32(v)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21992" y="337413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向量平方根 (AArch64 only)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712464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71246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vabsq_f32(v)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21992" y="371246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向量絕對值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4050792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405079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vnegq_f32(v)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21992" y="405079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向量取負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685800"/>
            <a:ext cx="4343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6858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比較 / 遮罩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978408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97840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vcgtq_f32(a,b)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02552" y="9784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 a &gt; b，回傳 uint32x4_t 遮罩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1316736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31673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vcltq_f32(a,b)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02552" y="131673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 a &lt; 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1655064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165506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vtstq_u32(a,b)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02552" y="165506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位元測試：a &amp; b != 0 → 遮罩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2075688"/>
            <a:ext cx="4343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20756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位元操作 / 選擇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2368296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236829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vbslq_f32(mask,a,b)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02552" y="23682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Select: mask ? a : b (branch-free!)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2706624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270662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veorq_u32(a,b)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02552" y="27066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XOR（用於翻轉 sign bit）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09160" y="3044952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2312" y="304495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vandq_u32(a,b)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02552" y="30449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AND（位元遮罩）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09160" y="3383280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82312" y="338328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vorrq_u32(a,b)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02552" y="338328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OR（合併遮罩）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實驗設計與測試方法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測試配置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9601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格點數量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48840" y="960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66,820 元素 (260 × 257)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399032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399032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99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輸入範圍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1399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sincos/tan: −2π … +2π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37944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83794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379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輸入範圍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18379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asin/acos: −1.0 … +1.0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76856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276856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768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迭代次數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22768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 次 (時間平均)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715768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71576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15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計時方式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48840" y="2715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gettimeofday() 微秒精度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15468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154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精度基準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4884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雙精度 sin/cos (libm)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593592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359359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93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48840" y="3593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ARM64 (Apple M-series)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32504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4032504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0325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編譯最佳化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48840" y="4032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-O3 -I./include -I./extern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0" y="658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核心邏輯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960120"/>
            <a:ext cx="429768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81728" y="1051560"/>
            <a:ext cx="407822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精度量測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sincos_acc_grid(in, s_out, c_out, 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max_err = 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err = fabs(s_out[i] - sin(in[i]));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 &gt; max_err) max_err = err;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效能量測（scalar）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t0 = get_time();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iter=0; iter&lt;ITER; iter++)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i&lt;N; i++)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s_ref[i] = sinf(in[i]);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t_scalar = (get_time()-t0) / ITER;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效能量測（NEON）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get_time();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iter=0; iter&lt;ITER; iter++)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sincos_acc_grid(in, s_out, c_out, 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t_neon = (get_time()-t0) / ITER;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printf("Speedup: %.2fx\n", t_scalar/t_neon);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實驗結果 (1/2) — 精度分析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所有函數均滿足嵌入式應用精度要求 (目標 &lt; 1e-5 或 &lt; 1e-3)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0058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函數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34440" y="1005840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005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最大誤差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8288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05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平均誤差 (sincos)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1005840"/>
            <a:ext cx="16459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005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 (sincos)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1005840"/>
            <a:ext cx="18288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05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精度等級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1005840"/>
            <a:ext cx="8686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005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通過?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463040"/>
            <a:ext cx="100584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463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34440" y="1463040"/>
            <a:ext cx="11887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7.52e-08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23160" y="1463040"/>
            <a:ext cx="18288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1.98e-08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1463040"/>
            <a:ext cx="16459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2.25e-08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1463040"/>
            <a:ext cx="18288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接近機器精度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1463040"/>
            <a:ext cx="8686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1463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192024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19202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34440" y="19202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4.47e-04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3160" y="19202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19202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97880" y="19202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單精度量級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26680" y="1920240"/>
            <a:ext cx="8686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2377440"/>
            <a:ext cx="100584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377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234440" y="2377440"/>
            <a:ext cx="11887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0160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4.88e-04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23160" y="2377440"/>
            <a:ext cx="18288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51960" y="2377440"/>
            <a:ext cx="16459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97880" y="2377440"/>
            <a:ext cx="18288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單精度量級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2377440"/>
            <a:ext cx="8686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" y="283464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234440" y="28346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80160" y="2834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4.88e-04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423160" y="28346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51960" y="28346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0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97880" y="28346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單精度量級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726680" y="2834640"/>
            <a:ext cx="8686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" y="3291840"/>
            <a:ext cx="100584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291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atan2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234440" y="3291840"/>
            <a:ext cx="11887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80160" y="3291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1.15e-05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423160" y="3291840"/>
            <a:ext cx="18288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68880" y="3291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251960" y="3291840"/>
            <a:ext cx="164592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897880" y="3291840"/>
            <a:ext cx="18288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0" y="3291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726680" y="3291840"/>
            <a:ext cx="8686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0" y="3291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28600" y="3749040"/>
            <a:ext cx="28346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28600" y="3749040"/>
            <a:ext cx="64008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sincos 精度接近機器極限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65760" y="4096512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 7.52e-8 約為 single precision (eps≈1.2e-7) 的 63%，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三段式 Cody-Waite + Horner FMA 達到此精度。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218688" y="3749040"/>
            <a:ext cx="28346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3218688" y="3749040"/>
            <a:ext cx="64008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55848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atan2 超越目標精度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3355848" y="4096512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1.15e-5 遠低於嵌入式應用典型要求 1e-4，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階 Minimax 多項式在 [0,1] 提供足夠逼近能力。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208776" y="3749040"/>
            <a:ext cx="28346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208776" y="3749040"/>
            <a:ext cx="64008" cy="12984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45936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asin/acos/tan 單精度量級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345936" y="4096512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4.xx e-4 誤差對 IMU、視覺里程計、姿態估計等應用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完全滿足精度需求（角度誤差 &lt; 0.028°）。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實驗結果 (2/2) — 效能 Benchmark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21792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349240" y="621792"/>
          <a:ext cx="3566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3611880"/>
            <a:ext cx="283464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38328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 最大加速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38328" y="3913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4.05×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38328" y="4389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分支多，NEON branch-free 優勢最顯著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18688" y="3611880"/>
            <a:ext cx="283464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328416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sincos 吞吐量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28416" y="3913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1,690 M/s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328416" y="4389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相當於 1.69 billion 元素/秒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08776" y="3611880"/>
            <a:ext cx="283464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318504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理論峰值效率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318504" y="3913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76%–101%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318504" y="4389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考量 FMA 延遲，接近 NEON 理論上限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總結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Developers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307592"/>
            <a:ext cx="2926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2710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Cody-Waite 三段式 Range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5453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三個精確 binary fraction 分解 π/4，即使 x&gt;8000 仍保持 1e-8 精度，是 sincos 高精度的關鍵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1911096"/>
            <a:ext cx="2926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1874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+ Horner + FMA 三重組合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148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Remez 最優係數 + Horner 最少乘法 + vfmaq_f32 無捨入累積誤差，達到接近機器精度上限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514600"/>
            <a:ext cx="2926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4780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Branch-less 設計消除流水線停頓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752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vbslq_f32 / veorq_u32 替代 if-else，atan2 因此獲得最高 4.05× 加速比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3118104"/>
            <a:ext cx="2926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3081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2-for-1 tan 幾乎免費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3558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sincos_ps 已計算兩者，tan 只需一次 vdivq_f32，邊際成本極低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721608"/>
            <a:ext cx="2926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685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AArch32/AArch64 可移植 FMA 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39593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VFMAQ_F32 / VFMSQ_F32 宏自動選擇硬體 FMA (AArch64) 或 VMLA 回退 (AArch32)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4453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sincos_acc  |  ARM NEON SIMD 三角函數加速庫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NEON SIMD 三角函數向量化加速庫</dc:title>
  <dc:subject>PptxGenJS Presentation</dc:subject>
  <dc:creator>sincos_acc</dc:creator>
  <cp:lastModifiedBy>sincos_acc</cp:lastModifiedBy>
  <cp:revision>1</cp:revision>
  <dcterms:created xsi:type="dcterms:W3CDTF">2026-04-24T15:51:48Z</dcterms:created>
  <dcterms:modified xsi:type="dcterms:W3CDTF">2026-04-24T15:51:48Z</dcterms:modified>
</cp:coreProperties>
</file>